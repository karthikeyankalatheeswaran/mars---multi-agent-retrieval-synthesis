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MARS Project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Multi-Agent Retrieval &amp; Synthesis System</a:t>
            </a:r>
          </a:p>
          <a:p>
            <a:r>
              <a:t>Phase 1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Title:</a:t>
            </a:r>
          </a:p>
          <a:p>
            <a:pPr lvl="1"/>
            <a:r>
              <a:t>MARS: Multi-Agent Retrieval &amp; Synthesis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Abstract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</a:t>
            </a:r>
          </a:p>
          <a:p>
            <a:pPr lvl="1"/>
            <a:r>
              <a:t>Traditional RAG systems lack advanced reasoning, multi-step planning, and self-correction capabilities.</a:t>
            </a:r>
          </a:p>
          <a:p>
            <a:r>
              <a:t>The Solution:</a:t>
            </a:r>
          </a:p>
          <a:p>
            <a:pPr lvl="1"/>
            <a:r>
              <a:t>MARS orchestrates a specialized council of AI agents via LangGraph to handle intricate reasoning and dynamic retrieval.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Abstract (Features)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Modes of Operation:</a:t>
            </a:r>
          </a:p>
          <a:p>
            <a:pPr lvl="1"/>
            <a:r>
              <a:t>Student Mode: Query internal, user-uploaded documents stored securely in vector databases.</a:t>
            </a:r>
          </a:p>
          <a:p>
            <a:pPr lvl="1"/>
            <a:r>
              <a:t>Research Mode: Empower agents to query external academic sources and live web search for up-to-date data.</a:t>
            </a:r>
          </a:p>
          <a:p>
            <a:pPr lvl="1"/>
            <a:r>
              <a:t>Self-Correction: Built-in 'Critic' agent to verify draft answers against source material to prevent hallucinations.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Overall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modern, decoupled stack:</a:t>
            </a:r>
          </a:p>
          <a:p>
            <a:pPr lvl="1"/>
            <a:r>
              <a:t>Frontend: React + Vite + TailwindCSS (Chat &amp; Visualization)</a:t>
            </a:r>
          </a:p>
          <a:p>
            <a:pPr lvl="1"/>
            <a:r>
              <a:t>Backend Orchestration: Django REST Framework + LangGraph</a:t>
            </a:r>
          </a:p>
          <a:p>
            <a:pPr lvl="1"/>
            <a:r>
              <a:t>Data Storage: Pinecone (Vector embedding storage)</a:t>
            </a:r>
          </a:p>
          <a:p>
            <a:pPr lvl="1"/>
            <a:r>
              <a:t>LLM Engine: Groq / open-source models (e.g., Llama 3) for fast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Module Details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1: User Interface &amp; Experience</a:t>
            </a:r>
          </a:p>
          <a:p>
            <a:pPr lvl="1"/>
            <a:r>
              <a:t>Responsive chat, robust document upload, and real-time visualization of the LangGraph AI workflow.</a:t>
            </a:r>
          </a:p>
          <a:p>
            <a:r>
              <a:t>Module 2: Agent Orchestration (LangGraph)</a:t>
            </a:r>
          </a:p>
          <a:p>
            <a:pPr lvl="1"/>
            <a:r>
              <a:t>The core state machine. A 'Planner' agent classifies user intent and dynamically routes data between agents.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Module Details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3: Retrieval &amp; Storage (Scouts)</a:t>
            </a:r>
          </a:p>
          <a:p>
            <a:pPr lvl="1"/>
            <a:r>
              <a:t>Student Scout parses PDFs into Pinecone; Research Scout utilizes Tavily/Arxiv for web search.</a:t>
            </a:r>
          </a:p>
          <a:p>
            <a:r>
              <a:t>Module 4: Synthesis &amp; Verification</a:t>
            </a:r>
          </a:p>
          <a:p>
            <a:pPr lvl="1"/>
            <a:r>
              <a:t>Analyst drafts response, Critic evaluates for hallucinations (grounding score), and Oracle finalize the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